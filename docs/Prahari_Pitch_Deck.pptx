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92.3%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(46 messages)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+ 7-feature note forensics (PIL/numpy).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graph engine with hashed intelligence packages.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command map + multilingual citizen chatbot.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2026-06-23T20:21:51Z</dcterms:created>
  <dcterms:modified xsi:type="dcterms:W3CDTF">2026-06-23T20:21:51Z</dcterms:modified>
</cp:coreProperties>
</file>