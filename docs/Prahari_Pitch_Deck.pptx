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 in India, 2023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60% vs 2022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₹1,776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 months of 2024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₹500 fake-note seizures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Annual Report 2025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96.9%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98.4%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97.8%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(92 messages · 12 scam categories)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₹1,776 Cr/yr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(12 categories) with exact per-signal attribution.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note forensics across ₹10–₹2000, calibrated on genuine notes.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Indian-context graph (UPI/wallet/crypto) + modularity community detection + lead-time.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NCRB state cybercrime data on the geospatial layer.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screenshot intake + 12-language citizen chatbot.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hash-chained audit ledger for admissibility.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2026-06-24T18:41:29Z</dcterms:created>
  <dcterms:modified xsi:type="dcterms:W3CDTF">2026-06-24T18:41:29Z</dcterms:modified>
</cp:coreProperties>
</file>