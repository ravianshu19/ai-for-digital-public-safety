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₹22,845 Cr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cybercrime in 2024 — 22.68 lakh complaints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42% YoY (I4C / MHA, 2024)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₹1,935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 in 2024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21× the 2022 figure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1.42 lakh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₹500 notes detected in FY26 (+20.5%)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97.6% caught by banks, not RBI (RBI FY26)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banknote forensics + OCR denomination check across ₹10–₹2000, with a per-feature 'why-flagged' breakdown for tellers.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that answers entirely in the citizen's language (4 fully authored),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security features + OCR denomination check,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97.1%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(96 messages · 13 scam categories)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set (independently sourced from documented MHA/I4C + news cases, never used to author the patterns): 100% precision · 91.7% recall · 0% false alarms — reported separately, because a self-graded 100% is circular.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miss is shown openly, no cherry-picking.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India UPI fraud data: 1,000 cases (₹1.59 cr) by type / lure / app / state.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1732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0" y="1417320"/>
            <a:ext cx="7315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203704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20370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2203704"/>
            <a:ext cx="7315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₹22,845 Cr/yr cybercrime loss vector; protects banks, telcos, citizens &amp; courts.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990088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9900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2990088"/>
            <a:ext cx="7315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76472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7764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3776472"/>
            <a:ext cx="7315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62856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5628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4562856"/>
            <a:ext cx="7315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citizen chatbot that replies entirely in the user's language (4 fully authored: EN/HI/TA/BN).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11064240" cy="749808"/>
          </a:xfrm>
          <a:prstGeom prst="roundRect">
            <a:avLst>
              <a:gd name="adj" fmla="val 10976"/>
            </a:avLst>
          </a:prstGeom>
          <a:solidFill>
            <a:srgbClr val="0F2A1C"/>
          </a:solidFill>
          <a:ln w="12700">
            <a:solidFill>
              <a:srgbClr val="1F3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532120"/>
            <a:ext cx="10424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ROI:  </a:t>
            </a:r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1930-helpline scale (22.68 lakh complaints/yr), a 10% pre-transfer interception rate saves </a:t>
            </a:r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₹2,284 Cr every year</a:t>
            </a:r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(12 categories) with exact per-signal attribution.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note forensics across ₹10–₹2000, calibrated on genuine notes.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Indian-context graph (UPI/wallet/crypto) + modularity community detection + lead-time.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NCRB state cybercrime data on the geospatial layer.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screenshot intake + citizen chatbot answering fully in EN/HI/TA/BN.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hash-chained audit ledger for admissibility.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native strings (or IndicTrans + LLM) for the remaining 8 of 12 languages.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verdict-of-record is a glass box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design choice for law enforcement — not a shortcut around ML.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intelligence package that reaches court must survive the question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‘why was this flagged?’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glass-box engine answers at phrase level: this exact sentence triggered authority-impersonation, weight 18, contributing 15.8% of the score. A black-box transformer cannot, without a separate contestable explainability layer — and a defence counsel can attack a saliency map far more easily than a quoted phrase.”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Verdict of record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signal engine — auditable, hash-sealed, phrase-level evidence.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3520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0" y="3703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on top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4160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LLM second opinion + CNN/ViT roadmap add breadth, never replace the core.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3520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66760" y="3703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attribution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66760" y="4160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linear → each signal’s contribution is its true Shapley value. No SHAP/LIME approximation.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serves the stated evaluation criterion: “auditability of intelligence packages for legal admissibility.”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time — the KPI that turns forensics into prevention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from the live graph (CAMP-001, this build):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victims already linked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64992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47872" y="17830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47872" y="25603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victims / day (observed velocity)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64224" y="17830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≈133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64224" y="25603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to 100 victims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97696" y="15544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80576" y="17830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2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₹88.3 L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80576" y="25603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if unchecked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(100 − 5 victims) ÷ 0.71 victims/day  ≈  133 days of actionable warning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tells you a gang existed. Prahari tells you how long you have before it scales — the difference between a case file and an intervention window.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Kingpin ranked by centrality  •  cells found by Clauset-Newman-Moore modularity  •  every package SHA-256 sealed for court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the criterion: “fraud network detection lead time before mass victimisation.”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tested honestly — and what we did about 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weaknesses. A public-safety tool that hides its error modes cannot be trusted with a citizen’s money.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64008" cy="987552"/>
          </a:xfrm>
          <a:prstGeom prst="roundRect">
            <a:avLst>
              <a:gd name="adj" fmla="val 42857"/>
            </a:avLst>
          </a:prstGeom>
          <a:solidFill>
            <a:srgbClr val="3EA6F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7335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Self-graded corpus would be circular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0756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held-out set paraphrased from documented MHA/I4C + news cases — never used to author the patterns.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663440" y="1600200"/>
            <a:ext cx="67665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precision · 91.7% recall · 0% false alarms (reported separately, not hidden)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697480"/>
            <a:ext cx="64008" cy="987552"/>
          </a:xfrm>
          <a:prstGeom prst="roundRect">
            <a:avLst>
              <a:gd name="adj" fmla="val 42857"/>
            </a:avLst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7063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on uncontrolled phone photos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1729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heuristic targets controlled capture; real mobile shots degrade.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63440" y="2697480"/>
            <a:ext cx="67665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62.6% cleared · 31.8% routed to manual review · 5.6% false-reject — so we route, we don’t bluff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794760"/>
            <a:ext cx="64008" cy="987552"/>
          </a:xfrm>
          <a:prstGeom prst="roundRect">
            <a:avLst>
              <a:gd name="adj" fmla="val 42857"/>
            </a:avLst>
          </a:prstGeom>
          <a:solidFill>
            <a:srgbClr val="FF2D95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6791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Speech &amp; deepfake screeners unvalidated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27024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face-swap / voice-spoof dataset was used, so accuracy is unproven.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3440" y="3794760"/>
            <a:ext cx="67665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labelled EXPERIMENTAL — they route to human review, never auto-clear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892040"/>
            <a:ext cx="64008" cy="987552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96519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12 languages not native-verified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53675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Machine-guessed translation in a safety tool is a liability.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63440" y="4892040"/>
            <a:ext cx="676656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languages fully authored (EN/HI/TA/BN); the rest fall back to English until verified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are a feature: every number above is reproducible from this repo.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by design — a public-safety tool must not become surveillance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81328"/>
            <a:ext cx="4983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fully offline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OCR, forensics and speech screening execute locally — no citizen message or note image leaves the deployment.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13716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481328"/>
            <a:ext cx="4983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Hashes, not contents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18288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ledger stores a SHA-256 of the input, never the raw message — chain-of-custody without a PII lake.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898648"/>
            <a:ext cx="4983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Device-local history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‘Recent checks’ in Citizen Shield live in browser storage only; nothing is sent to a server.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898648"/>
            <a:ext cx="4983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LLM is opt-in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4612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second-opinion layer activates only with an explicit API key; default deployment makes zero external calls.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315968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66344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ingest, role-based access, signed append-only ledger, and data-retention limits per NCRP policy.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also means it works in a district cyber cell with poor connectivity — privacy and reach, same decision.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2026-07-19T17:48:25Z</dcterms:created>
  <dcterms:modified xsi:type="dcterms:W3CDTF">2026-07-19T17:48:25Z</dcterms:modified>
</cp:coreProperties>
</file>