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 in India, 2023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60% vs 2022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₹1,776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 months of 2024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₹500 fake-note seizures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Annual Report 2025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92.3%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(46 messages)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₹1,776 Cr/yr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+ 7-feature note forensics (PIL/numpy).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graph engine with hashed intelligence packages.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command map + multilingual citizen chatbot.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2026-06-24T08:55:52Z</dcterms:created>
  <dcterms:modified xsi:type="dcterms:W3CDTF">2026-06-24T08:55:52Z</dcterms:modified>
</cp:coreProperties>
</file>